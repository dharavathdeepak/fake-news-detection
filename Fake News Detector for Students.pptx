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1/28/2026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1/28/2026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1/28/2026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1/28/2026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cikit-learn.org/" TargetMode="External"/><Relationship Id="rId7" Type="http://schemas.openxmlformats.org/officeDocument/2006/relationships/hyperlink" Target="https://docs.python.org/3/"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6" Type="http://schemas.openxmlformats.org/officeDocument/2006/relationships/hyperlink" Target="https://www.kaggle.com/datasets/clmentbisaillon/fake-and-real-news-dataset" TargetMode="External"/><Relationship Id="rId5" Type="http://schemas.openxmlformats.org/officeDocument/2006/relationships/hyperlink" Target="https://www.nltk.org/" TargetMode="External"/><Relationship Id="rId4" Type="http://schemas.openxmlformats.org/officeDocument/2006/relationships/hyperlink" Target="https://colab.research.google.com/"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colab.research.google.com/drive/1tVnlYLpllv5YGPnTcph6CLIYFHx6bJM4?usp=shar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Fake news detection for students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058588"/>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a:t>
            </a:r>
            <a:r>
              <a:rPr lang="en-US" sz="2000" b="1" dirty="0" err="1">
                <a:solidFill>
                  <a:schemeClr val="accent1">
                    <a:lumMod val="75000"/>
                  </a:schemeClr>
                </a:solidFill>
                <a:latin typeface="Arial"/>
                <a:cs typeface="Arial"/>
              </a:rPr>
              <a:t>D.Deepak</a:t>
            </a:r>
            <a:endParaRPr lang="en-US" sz="2000" b="1" dirty="0">
              <a:solidFill>
                <a:schemeClr val="accent1">
                  <a:lumMod val="75000"/>
                </a:schemeClr>
              </a:solidFill>
              <a:latin typeface="Arial"/>
              <a:cs typeface="Arial"/>
            </a:endParaRPr>
          </a:p>
          <a:p>
            <a:pPr marL="457200" indent="-457200">
              <a:buAutoNum type="arabicPeriod"/>
            </a:pPr>
            <a:r>
              <a:rPr lang="en-US" sz="2000" b="1" dirty="0">
                <a:solidFill>
                  <a:schemeClr val="accent1">
                    <a:lumMod val="75000"/>
                  </a:schemeClr>
                </a:solidFill>
                <a:latin typeface="Arial"/>
                <a:cs typeface="Arial"/>
              </a:rPr>
              <a:t>College Name-  Chandigarh University </a:t>
            </a:r>
          </a:p>
          <a:p>
            <a:pPr marL="457200" indent="-457200">
              <a:buAutoNum type="arabicPeriod"/>
            </a:pPr>
            <a:r>
              <a:rPr lang="en-US" sz="2000" b="1" dirty="0">
                <a:solidFill>
                  <a:schemeClr val="accent1">
                    <a:lumMod val="75000"/>
                  </a:schemeClr>
                </a:solidFill>
                <a:latin typeface="Arial"/>
                <a:cs typeface="Arial"/>
              </a:rPr>
              <a:t>Department-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1"/>
            <a:ext cx="11029615" cy="5123839"/>
          </a:xfrm>
        </p:spPr>
        <p:txBody>
          <a:bodyPr>
            <a:normAutofit/>
          </a:bodyPr>
          <a:lstStyle/>
          <a:p>
            <a:pPr marL="0" indent="0">
              <a:buNone/>
            </a:pPr>
            <a:r>
              <a:rPr lang="en-US" sz="2400" dirty="0"/>
              <a:t>In today’s digital era, news spreads very quickly through social media, websites, and messaging platforms. Along with genuine news, a large amount of fake or misleading information is also circulated online. Many students and common users do not have the skills or time to verify whether a news article is real or fake. Fake news can influence public opinion, create panic, damage reputations, and lead to wrong decisions. Manual fact-checking is slow and not always reliable, especially when large volumes of data are involved. Hence, there is a strong need for an automated system that can analyze news content and identify fake news accurately..</a:t>
            </a:r>
            <a:endParaRPr lang="en-IN" sz="1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r>
              <a:rPr lang="en-US" sz="2800" dirty="0"/>
              <a:t>The proposed system is an intelligent fake news detection system that </a:t>
            </a:r>
            <a:r>
              <a:rPr lang="en-US" sz="2800" dirty="0" err="1"/>
              <a:t>usesmachine</a:t>
            </a:r>
            <a:r>
              <a:rPr lang="en-US" sz="2800" dirty="0"/>
              <a:t> learning techniques to analyze news articles and classify them as real or </a:t>
            </a:r>
            <a:r>
              <a:rPr lang="en-US" sz="2800" dirty="0" err="1"/>
              <a:t>fake.The</a:t>
            </a:r>
            <a:r>
              <a:rPr lang="en-US" sz="2800" dirty="0"/>
              <a:t> system takes news text as input, processes it using natural language processing </a:t>
            </a:r>
            <a:r>
              <a:rPr lang="en-US" sz="2800" dirty="0" err="1"/>
              <a:t>techniques,and</a:t>
            </a:r>
            <a:r>
              <a:rPr lang="en-US" sz="2800" dirty="0"/>
              <a:t> predicts its authenticity based on patterns learned from previously labeled </a:t>
            </a:r>
            <a:r>
              <a:rPr lang="en-US" sz="2800" dirty="0" err="1"/>
              <a:t>data.This</a:t>
            </a:r>
            <a:r>
              <a:rPr lang="en-US" sz="2800" dirty="0"/>
              <a:t> system helps students and users quickly verify news credibility and reduces the spread of misinformation on digital platforms.</a:t>
            </a:r>
            <a:endParaRPr lang="en-IN" sz="2800" dirty="0"/>
          </a:p>
          <a:p>
            <a:pPr marL="0" indent="0">
              <a:buNone/>
            </a:pPr>
            <a:endParaRPr lang="en-IN" sz="28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581194" y="968726"/>
            <a:ext cx="11155282" cy="533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system is developed using Python programming language in the Google </a:t>
            </a:r>
            <a:r>
              <a:rPr lang="en-US" sz="2000" dirty="0" err="1"/>
              <a:t>Colab</a:t>
            </a:r>
            <a:r>
              <a:rPr lang="en-US" sz="2000" dirty="0"/>
              <a:t> environment, which provides free computational resources and easy collaboration. Text data is processed using Natural Language Processing (NLP) techniques such as tokenization, </a:t>
            </a:r>
            <a:r>
              <a:rPr lang="en-US" sz="2000" dirty="0" err="1"/>
              <a:t>stopword</a:t>
            </a:r>
            <a:r>
              <a:rPr lang="en-US" sz="2000" dirty="0"/>
              <a:t> removal, and text normalization. Machine learning libraries like Scikit-learn are used to train classification models. TF-IDF vectorization is applied to convert textual data into numerical form suitable for model training. The system is trained and tested using a publicly available fake news dataset.</a:t>
            </a:r>
          </a:p>
          <a:p>
            <a:r>
              <a:rPr lang="en-US" sz="2000" b="1" dirty="0"/>
              <a:t>Technologies Used:</a:t>
            </a:r>
            <a:endParaRPr lang="en-US" sz="2000" dirty="0"/>
          </a:p>
          <a:p>
            <a:pPr>
              <a:buFont typeface="Arial" panose="020B0604020202020204" pitchFamily="34" charset="0"/>
              <a:buChar char="•"/>
            </a:pPr>
            <a:r>
              <a:rPr lang="en-US" sz="2000" dirty="0"/>
              <a:t>Python</a:t>
            </a:r>
          </a:p>
          <a:p>
            <a:pPr>
              <a:buFont typeface="Arial" panose="020B0604020202020204" pitchFamily="34" charset="0"/>
              <a:buChar char="•"/>
            </a:pPr>
            <a:r>
              <a:rPr lang="en-US" sz="2000" dirty="0"/>
              <a:t>Google </a:t>
            </a:r>
            <a:r>
              <a:rPr lang="en-US" sz="2000" dirty="0" err="1"/>
              <a:t>Colab</a:t>
            </a:r>
            <a:endParaRPr lang="en-US" sz="2000" dirty="0"/>
          </a:p>
          <a:p>
            <a:pPr>
              <a:buFont typeface="Arial" panose="020B0604020202020204" pitchFamily="34" charset="0"/>
              <a:buChar char="•"/>
            </a:pPr>
            <a:r>
              <a:rPr lang="en-US" sz="2000" dirty="0"/>
              <a:t>Pandas and NumPy for data handling</a:t>
            </a:r>
          </a:p>
          <a:p>
            <a:pPr>
              <a:buFont typeface="Arial" panose="020B0604020202020204" pitchFamily="34" charset="0"/>
              <a:buChar char="•"/>
            </a:pPr>
            <a:r>
              <a:rPr lang="en-US" sz="2000" dirty="0"/>
              <a:t>NLTK for text preprocessing</a:t>
            </a:r>
          </a:p>
          <a:p>
            <a:pPr>
              <a:buFont typeface="Arial" panose="020B0604020202020204" pitchFamily="34" charset="0"/>
              <a:buChar char="•"/>
            </a:pPr>
            <a:r>
              <a:rPr lang="en-US" sz="2000" dirty="0"/>
              <a:t>Scikit-learn for machine learning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433709" y="2199144"/>
            <a:ext cx="1102961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t>Initially, the dataset containing real and fake news articles is loaded into the system. The text data is cleaned by removing punctuation, special characters, and </a:t>
            </a:r>
            <a:r>
              <a:rPr lang="en-US" sz="2000" dirty="0" err="1"/>
              <a:t>stopwords</a:t>
            </a:r>
            <a:r>
              <a:rPr lang="en-US" sz="2000" dirty="0"/>
              <a:t>. After preprocessing, the text is converted into numerical vectors using TF-IDF. Machine learning algorithms such as Logistic Regression and Naive Bayes are trained on this data. The trained model is evaluated using test data to check its accuracy. Finally, the model is deployed in Google </a:t>
            </a:r>
            <a:r>
              <a:rPr lang="en-US" sz="2000" dirty="0" err="1"/>
              <a:t>Colab</a:t>
            </a:r>
            <a:r>
              <a:rPr lang="en-US" sz="2000" dirty="0"/>
              <a:t>, where users can input custom news text to check whether it is fake or real.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3" name="Rectangle 1">
            <a:extLst>
              <a:ext uri="{FF2B5EF4-FFF2-40B4-BE49-F238E27FC236}">
                <a16:creationId xmlns:a16="http://schemas.microsoft.com/office/drawing/2014/main" id="{EACDFCCA-3998-2A0E-AE71-80AFE8A15F7F}"/>
              </a:ext>
            </a:extLst>
          </p:cNvPr>
          <p:cNvSpPr>
            <a:spLocks noGrp="1" noChangeArrowheads="1"/>
          </p:cNvSpPr>
          <p:nvPr>
            <p:ph idx="1"/>
          </p:nvPr>
        </p:nvSpPr>
        <p:spPr bwMode="auto">
          <a:xfrm>
            <a:off x="581192" y="1683997"/>
            <a:ext cx="11296176" cy="364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eaLnBrk="0" fontAlgn="base" hangingPunct="0">
              <a:lnSpc>
                <a:spcPct val="150000"/>
              </a:lnSpc>
              <a:spcBef>
                <a:spcPct val="0"/>
              </a:spcBef>
              <a:spcAft>
                <a:spcPct val="0"/>
              </a:spcAft>
              <a:buClrTx/>
              <a:buSzTx/>
              <a:buFontTx/>
              <a:buChar char="•"/>
            </a:pPr>
            <a:r>
              <a:rPr lang="en-US" sz="2800" dirty="0"/>
              <a:t>The fake news detection system shows satisfactory performance in classifying news articles. The model achieves good accuracy and is able to correctly identify most fake and real news samples. The results indicate that machine learning techniques combined with NLP can effectively detect fake news and help users avoid misinformation.</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2800" dirty="0"/>
              <a:t>The proposed fake news detection system provides a simple and efficient solution to the problem of misinformation. By using machine learning and natural language processing techniques, the system automates the process of identifying fake news. This project demonstrates how technology can be used to solve real-world problems and is highly useful for students, researchers, and digital media users.</a:t>
            </a:r>
            <a:endParaRPr lang="en-IN" sz="28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383458" y="1937030"/>
            <a:ext cx="1129726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t>In the future, the system can be improved by using advanced deep learning models such as LSTM, CNN, or BERT for better accuracy. The system can be extended to support multiple languages and real-time news verification. Integration with social media platforms and development of a web or mobile application can further enhance usability. Continuous training with updated datasets can also improve performance.</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8" name="TextBox 7">
            <a:extLst>
              <a:ext uri="{FF2B5EF4-FFF2-40B4-BE49-F238E27FC236}">
                <a16:creationId xmlns:a16="http://schemas.microsoft.com/office/drawing/2014/main" id="{A0AED30D-1BDE-D15E-24BF-CDF91FB17E3B}"/>
              </a:ext>
            </a:extLst>
          </p:cNvPr>
          <p:cNvSpPr txBox="1"/>
          <p:nvPr/>
        </p:nvSpPr>
        <p:spPr>
          <a:xfrm>
            <a:off x="806518" y="1232452"/>
            <a:ext cx="6096000" cy="369332"/>
          </a:xfrm>
          <a:prstGeom prst="rect">
            <a:avLst/>
          </a:prstGeom>
          <a:noFill/>
        </p:spPr>
        <p:txBody>
          <a:bodyPr wrap="square">
            <a:spAutoFit/>
          </a:bodyPr>
          <a:lstStyle/>
          <a:p>
            <a:r>
              <a:rPr lang="en-IN" dirty="0">
                <a:hlinkClick r:id="rId2"/>
              </a:rPr>
              <a:t>Welcome to Python.org</a:t>
            </a:r>
            <a:endParaRPr lang="en-IN" dirty="0"/>
          </a:p>
        </p:txBody>
      </p:sp>
      <p:sp>
        <p:nvSpPr>
          <p:cNvPr id="10" name="TextBox 9">
            <a:extLst>
              <a:ext uri="{FF2B5EF4-FFF2-40B4-BE49-F238E27FC236}">
                <a16:creationId xmlns:a16="http://schemas.microsoft.com/office/drawing/2014/main" id="{60239F6C-608D-FFC0-AE73-B5FE2296234F}"/>
              </a:ext>
            </a:extLst>
          </p:cNvPr>
          <p:cNvSpPr txBox="1"/>
          <p:nvPr/>
        </p:nvSpPr>
        <p:spPr>
          <a:xfrm>
            <a:off x="669683" y="1932229"/>
            <a:ext cx="11120011" cy="4247317"/>
          </a:xfrm>
          <a:prstGeom prst="rect">
            <a:avLst/>
          </a:prstGeom>
          <a:noFill/>
        </p:spPr>
        <p:txBody>
          <a:bodyPr wrap="square">
            <a:spAutoFit/>
          </a:bodyPr>
          <a:lstStyle/>
          <a:p>
            <a:r>
              <a:rPr lang="en-US" b="1" dirty="0"/>
              <a:t>Scikit-learn Documentation</a:t>
            </a:r>
            <a:br>
              <a:rPr lang="en-US" dirty="0"/>
            </a:br>
            <a:r>
              <a:rPr lang="en-US" dirty="0">
                <a:hlinkClick r:id="rId3"/>
              </a:rPr>
              <a:t>https://scikit-learn.org/</a:t>
            </a:r>
            <a:br>
              <a:rPr lang="en-US" dirty="0"/>
            </a:br>
            <a:br>
              <a:rPr lang="en-US" dirty="0"/>
            </a:br>
            <a:r>
              <a:rPr lang="nl-NL" b="1" dirty="0"/>
              <a:t>Google Colab Documentation</a:t>
            </a:r>
            <a:br>
              <a:rPr lang="nl-NL" dirty="0"/>
            </a:br>
            <a:r>
              <a:rPr lang="nl-NL" dirty="0">
                <a:hlinkClick r:id="rId4"/>
              </a:rPr>
              <a:t>https://colab.research.google.com/</a:t>
            </a:r>
            <a:br>
              <a:rPr lang="nl-NL" dirty="0"/>
            </a:br>
            <a:br>
              <a:rPr lang="nl-NL" dirty="0"/>
            </a:br>
            <a:r>
              <a:rPr lang="en-US" b="1" dirty="0"/>
              <a:t>Natural Language Toolkit (NLTK) Documentation</a:t>
            </a:r>
            <a:br>
              <a:rPr lang="en-US" dirty="0"/>
            </a:br>
            <a:r>
              <a:rPr lang="en-US" dirty="0">
                <a:hlinkClick r:id="rId5"/>
              </a:rPr>
              <a:t>https://www.nltk.org/</a:t>
            </a:r>
            <a:br>
              <a:rPr lang="en-US" dirty="0"/>
            </a:br>
            <a:br>
              <a:rPr lang="en-US" dirty="0"/>
            </a:br>
            <a:r>
              <a:rPr lang="en-US" b="1" dirty="0"/>
              <a:t>Kaggle – Fake News Dataset</a:t>
            </a:r>
            <a:br>
              <a:rPr lang="en-US" dirty="0"/>
            </a:br>
            <a:r>
              <a:rPr lang="en-US" dirty="0">
                <a:hlinkClick r:id="rId6"/>
              </a:rPr>
              <a:t>https://www.kaggle.com/datasets/clmentbisaillon/fake-and-real-news-dataset</a:t>
            </a:r>
            <a:br>
              <a:rPr lang="en-US" dirty="0"/>
            </a:br>
            <a:br>
              <a:rPr lang="en-US" dirty="0"/>
            </a:br>
            <a:r>
              <a:rPr lang="en-US" b="1" dirty="0"/>
              <a:t>Python Official Documentation</a:t>
            </a:r>
            <a:br>
              <a:rPr lang="en-US" dirty="0"/>
            </a:br>
            <a:r>
              <a:rPr lang="en-US" dirty="0">
                <a:hlinkClick r:id="rId7"/>
              </a:rPr>
              <a:t>https://docs.python.org/3/</a:t>
            </a:r>
            <a:br>
              <a:rPr lang="en-US" dirty="0"/>
            </a:br>
            <a:endParaRPr lang="en-IN"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 </a:t>
            </a:r>
            <a:r>
              <a:rPr lang="en-IN" u="sng" dirty="0"/>
              <a:t>https://github.com/dharavathdeepak/fake-news-detection.git</a:t>
            </a:r>
          </a:p>
          <a:p>
            <a:r>
              <a:rPr lang="en-IN" dirty="0"/>
              <a:t>Deployment Link: </a:t>
            </a:r>
            <a:r>
              <a:rPr lang="en-IN" b="0" i="0" u="sng" dirty="0">
                <a:solidFill>
                  <a:srgbClr val="0969DA"/>
                </a:solidFill>
                <a:effectLst/>
                <a:latin typeface="-apple-system"/>
                <a:hlinkClick r:id="rId2"/>
              </a:rPr>
              <a:t>https://colab.research.google.com/drive/1tVnlYLpllv5YGPnTcph6CLIYFHx6bJM4?usp=sharing</a:t>
            </a:r>
            <a:endParaRPr lang="en-IN" dirty="0"/>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1088</TotalTime>
  <Words>765</Words>
  <Application>Microsoft Office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-apple-system</vt:lpstr>
      <vt:lpstr>Arial</vt:lpstr>
      <vt:lpstr>Calibri</vt:lpstr>
      <vt:lpstr>Calibri Light</vt:lpstr>
      <vt:lpstr>Franklin Gothic Book</vt:lpstr>
      <vt:lpstr>Franklin Gothic Demi</vt:lpstr>
      <vt:lpstr>Wingdings 2</vt:lpstr>
      <vt:lpstr>DividendVTI</vt:lpstr>
      <vt:lpstr>Fake news detection for students</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Deepak DHARAVATH</cp:lastModifiedBy>
  <cp:revision>38</cp:revision>
  <dcterms:created xsi:type="dcterms:W3CDTF">2021-05-26T16:50:10Z</dcterms:created>
  <dcterms:modified xsi:type="dcterms:W3CDTF">2026-01-28T17:41:19Z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